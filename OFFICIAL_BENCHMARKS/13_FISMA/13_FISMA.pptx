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13 FISMA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2026-10-02T09:37:14.183439Z | Framework ID: 13_FISMA</a:t>
            </a:r>
          </a:p>
          <a:p>
            <a:r>
              <a:t>FISMA 2014, OMB Circular A-130</a:t>
            </a:r>
          </a:p>
          <a:p>
            <a:r>
              <a:t>PASS — HIGH impact system; continuous monitoring via Observability module</a:t>
            </a:r>
          </a:p>
          <a:p>
            <a:r>
              <a:t>HIGH impact: AUTHORIZED</a:t>
            </a:r>
          </a:p>
          <a:p>
            <a:r>
              <a:t>AIOSS append-only chain provides FISMA-compliant continuous monitoring evidence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